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3" r:id="rId17"/>
    <p:sldId id="274" r:id="rId18"/>
    <p:sldId id="275" r:id="rId19"/>
    <p:sldId id="269" r:id="rId20"/>
    <p:sldId id="270" r:id="rId2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780F5A-43F0-A9FA-4401-DC99BD19AB98}" v="76" dt="2026-07-30T21:29:47.113"/>
    <p1510:client id="{DB9052C3-4045-CFC6-3A91-12A473E56F6D}" v="9" dt="2026-07-30T21:31:17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EC18192-F1E6-ED45-CC43-21162FFC2CC2}"/>
              </a:ext>
            </a:extLst>
          </p:cNvPr>
          <p:cNvSpPr txBox="1"/>
          <p:nvPr/>
        </p:nvSpPr>
        <p:spPr>
          <a:xfrm>
            <a:off x="5766238" y="6285199"/>
            <a:ext cx="4699484" cy="369332"/>
          </a:xfrm>
          <a:prstGeom prst="rect">
            <a:avLst/>
          </a:prstGeom>
          <a:solidFill>
            <a:srgbClr val="EDF1F5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b="1" dirty="0">
                <a:ea typeface="Calibri"/>
                <a:cs typeface="Calibri"/>
              </a:rPr>
              <a:t>Dr. Julio </a:t>
            </a:r>
            <a:r>
              <a:rPr lang="es-ES" b="1">
                <a:ea typeface="Calibri"/>
                <a:cs typeface="Calibri"/>
              </a:rPr>
              <a:t>López-Nunez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117A069-01D9-DCCE-AE15-6777CF9E19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80"/>
          <a:stretch>
            <a:fillRect/>
          </a:stretch>
        </p:blipFill>
        <p:spPr>
          <a:xfrm>
            <a:off x="0" y="35996"/>
            <a:ext cx="16249650" cy="907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94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E014B47-A18A-C02A-163E-8CF9DC556C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80"/>
          <a:stretch>
            <a:fillRect/>
          </a:stretch>
        </p:blipFill>
        <p:spPr>
          <a:xfrm>
            <a:off x="0" y="35996"/>
            <a:ext cx="16249650" cy="907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4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4151E0-3C8A-8A03-CBAE-C214D0A847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80"/>
          <a:stretch>
            <a:fillRect/>
          </a:stretch>
        </p:blipFill>
        <p:spPr>
          <a:xfrm>
            <a:off x="0" y="35996"/>
            <a:ext cx="16249650" cy="90792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98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60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19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26</cp:revision>
  <dcterms:created xsi:type="dcterms:W3CDTF">2006-08-16T00:00:00Z</dcterms:created>
  <dcterms:modified xsi:type="dcterms:W3CDTF">2026-07-30T21:31:40Z</dcterms:modified>
</cp:coreProperties>
</file>